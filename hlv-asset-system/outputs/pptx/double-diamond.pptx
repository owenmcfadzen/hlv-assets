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2260600"/>
            <a:ext cx="14160500" cy="4495800"/>
          </a:xfrm>
          <a:prstGeom prst="rect">
            <a:avLst/>
          </a:prstGeom>
          <a:solidFill>
            <a:srgbClr val="F0FDF4">
              <a:alpha val="50000"/>
            </a:srgbClr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42250" y="1397000"/>
            <a:ext cx="0" cy="5994400"/>
          </a:xfrm>
          <a:prstGeom prst="line">
            <a:avLst/>
          </a:prstGeom>
          <a:noFill/>
          <a:ln w="12700">
            <a:solidFill>
              <a:srgbClr val="D1D5DB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4051300" y="4394200"/>
            <a:ext cx="2397125" cy="0"/>
          </a:xfrm>
          <a:prstGeom prst="line">
            <a:avLst/>
          </a:prstGeom>
          <a:noFill/>
          <a:ln w="25400">
            <a:solidFill>
              <a:srgbClr val="182D53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7591425" y="4394200"/>
            <a:ext cx="3105150" cy="0"/>
          </a:xfrm>
          <a:prstGeom prst="line">
            <a:avLst/>
          </a:prstGeom>
          <a:noFill/>
          <a:ln w="25400">
            <a:solidFill>
              <a:srgbClr val="182D53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11839575" y="4394200"/>
            <a:ext cx="2397125" cy="0"/>
          </a:xfrm>
          <a:prstGeom prst="line">
            <a:avLst/>
          </a:prstGeom>
          <a:noFill/>
          <a:ln w="25400">
            <a:solidFill>
              <a:srgbClr val="182D53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3594100" y="1282700"/>
            <a:ext cx="26035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Space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74350" y="1282700"/>
            <a:ext cx="26035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Space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908300" y="4222750"/>
            <a:ext cx="1143000" cy="342900"/>
          </a:xfrm>
          <a:prstGeom prst="roundRect">
            <a:avLst>
              <a:gd name="adj" fmla="val 133333"/>
            </a:avLst>
          </a:prstGeom>
          <a:solidFill>
            <a:srgbClr val="182D53"/>
          </a:solidFill>
          <a:ln/>
        </p:spPr>
      </p:sp>
      <p:sp>
        <p:nvSpPr>
          <p:cNvPr id="10" name="Text 8"/>
          <p:cNvSpPr/>
          <p:nvPr/>
        </p:nvSpPr>
        <p:spPr>
          <a:xfrm>
            <a:off x="2908300" y="4222750"/>
            <a:ext cx="1143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6448425" y="4222750"/>
            <a:ext cx="1143000" cy="342900"/>
          </a:xfrm>
          <a:prstGeom prst="roundRect">
            <a:avLst>
              <a:gd name="adj" fmla="val 133333"/>
            </a:avLst>
          </a:prstGeom>
          <a:solidFill>
            <a:srgbClr val="182D53"/>
          </a:solidFill>
          <a:ln/>
        </p:spPr>
      </p:sp>
      <p:sp>
        <p:nvSpPr>
          <p:cNvPr id="12" name="Text 10"/>
          <p:cNvSpPr/>
          <p:nvPr/>
        </p:nvSpPr>
        <p:spPr>
          <a:xfrm>
            <a:off x="6448425" y="4222750"/>
            <a:ext cx="1143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10696575" y="4222750"/>
            <a:ext cx="1143000" cy="342900"/>
          </a:xfrm>
          <a:prstGeom prst="roundRect">
            <a:avLst>
              <a:gd name="adj" fmla="val 133333"/>
            </a:avLst>
          </a:prstGeom>
          <a:solidFill>
            <a:srgbClr val="182D53"/>
          </a:solidFill>
          <a:ln/>
        </p:spPr>
      </p:sp>
      <p:sp>
        <p:nvSpPr>
          <p:cNvPr id="14" name="Text 12"/>
          <p:cNvSpPr/>
          <p:nvPr/>
        </p:nvSpPr>
        <p:spPr>
          <a:xfrm>
            <a:off x="10696575" y="4222750"/>
            <a:ext cx="1143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14236700" y="4222750"/>
            <a:ext cx="1143000" cy="342900"/>
          </a:xfrm>
          <a:prstGeom prst="roundRect">
            <a:avLst>
              <a:gd name="adj" fmla="val 133333"/>
            </a:avLst>
          </a:prstGeom>
          <a:solidFill>
            <a:srgbClr val="182D53"/>
          </a:solidFill>
          <a:ln/>
        </p:spPr>
      </p:sp>
      <p:sp>
        <p:nvSpPr>
          <p:cNvPr id="16" name="Text 14"/>
          <p:cNvSpPr/>
          <p:nvPr/>
        </p:nvSpPr>
        <p:spPr>
          <a:xfrm>
            <a:off x="14236700" y="4222750"/>
            <a:ext cx="1143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762000" y="762000"/>
            <a:ext cx="16764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82D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 Diamond Process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762000" y="1238250"/>
            <a:ext cx="16764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discovery to validated solution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62000" y="9334500"/>
            <a:ext cx="16764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Diverge to explore possibilities, converge to make decisions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Double Diamond Process</dc:title>
  <dc:subject>Design thinking framework showing divergent and convergent phases from discovery to delivery</dc:subject>
  <dc:creator>HLV Asset System</dc:creator>
  <cp:lastModifiedBy>HLV Asset System</cp:lastModifiedBy>
  <cp:revision>1</cp:revision>
  <dcterms:created xsi:type="dcterms:W3CDTF">2025-12-05T12:30:43Z</dcterms:created>
  <dcterms:modified xsi:type="dcterms:W3CDTF">2025-12-05T12:30:43Z</dcterms:modified>
</cp:coreProperties>
</file>