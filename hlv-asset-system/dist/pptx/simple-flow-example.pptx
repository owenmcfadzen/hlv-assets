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D5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→ Measure → Learn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Lean Startup feedback loop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6250" y="952500"/>
            <a:ext cx="762000" cy="381000"/>
          </a:xfrm>
          <a:prstGeom prst="roundRect">
            <a:avLst>
              <a:gd name="adj" fmla="val 12000"/>
            </a:avLst>
          </a:prstGeom>
          <a:solidFill>
            <a:srgbClr val="182D53"/>
          </a:solidFill>
          <a:ln/>
        </p:spPr>
      </p:sp>
      <p:sp>
        <p:nvSpPr>
          <p:cNvPr id="5" name="Text 3"/>
          <p:cNvSpPr/>
          <p:nvPr/>
        </p:nvSpPr>
        <p:spPr>
          <a:xfrm>
            <a:off x="476250" y="952500"/>
            <a:ext cx="762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8250" y="1143000"/>
            <a:ext cx="381000" cy="0"/>
          </a:xfrm>
          <a:prstGeom prst="line">
            <a:avLst/>
          </a:prstGeom>
          <a:noFill/>
          <a:ln w="25400">
            <a:solidFill>
              <a:srgbClr val="182D5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19250" y="952500"/>
            <a:ext cx="76200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9250" y="952500"/>
            <a:ext cx="762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81250" y="1143000"/>
            <a:ext cx="381000" cy="0"/>
          </a:xfrm>
          <a:prstGeom prst="line">
            <a:avLst/>
          </a:prstGeom>
          <a:noFill/>
          <a:ln w="25400">
            <a:solidFill>
              <a:srgbClr val="182D5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62250" y="952500"/>
            <a:ext cx="762000" cy="3810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25400">
            <a:solidFill>
              <a:srgbClr val="00D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2250" y="952500"/>
            <a:ext cx="762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43250" y="1333500"/>
            <a:ext cx="0" cy="333375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43250" y="1666875"/>
            <a:ext cx="-22860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7250" y="1666875"/>
            <a:ext cx="0" cy="-333375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71450" y="162687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Iterate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0" y="266700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Hudson Lab Ventures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Flow Example</dc:title>
  <dc:subject/>
  <dc:creator>HLV Asset System</dc:creator>
  <cp:lastModifiedBy>HLV Asset System</cp:lastModifiedBy>
  <cp:revision>1</cp:revision>
  <dcterms:created xsi:type="dcterms:W3CDTF">2025-12-04T09:13:18Z</dcterms:created>
  <dcterms:modified xsi:type="dcterms:W3CDTF">2025-12-04T09:13:18Z</dcterms:modified>
</cp:coreProperties>
</file>