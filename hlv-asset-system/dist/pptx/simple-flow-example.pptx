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→ Measure → Learn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Lean Startup feedback loop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76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182D53"/>
          </a:solidFill>
          <a:ln/>
        </p:spPr>
      </p:sp>
      <p:sp>
        <p:nvSpPr>
          <p:cNvPr id="5" name="Text 3"/>
          <p:cNvSpPr/>
          <p:nvPr/>
        </p:nvSpPr>
        <p:spPr>
          <a:xfrm>
            <a:off x="476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238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19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19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Measure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1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62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62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43250" y="1333500"/>
            <a:ext cx="0" cy="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43250" y="1666875"/>
            <a:ext cx="-2286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7250" y="1666875"/>
            <a:ext cx="0" cy="-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71450" y="162687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Iterate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Flow Example</dc:title>
  <dc:subject/>
  <dc:creator>HLV Asset System</dc:creator>
  <cp:lastModifiedBy>HLV Asset System</cp:lastModifiedBy>
  <cp:revision>1</cp:revision>
  <dcterms:created xsi:type="dcterms:W3CDTF">2025-12-05T12:30:34Z</dcterms:created>
  <dcterms:modified xsi:type="dcterms:W3CDTF">2025-12-05T12:30:34Z</dcterms:modified>
</cp:coreProperties>
</file>