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182D53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Flow Title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228600" y="762000"/>
            <a:ext cx="762000" cy="3810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D1D5DB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28600" y="762000"/>
            <a:ext cx="762000" cy="381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74151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Step 1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990600" y="952500"/>
            <a:ext cx="1462088" cy="0"/>
          </a:xfrm>
          <a:prstGeom prst="line">
            <a:avLst/>
          </a:prstGeom>
          <a:noFill/>
          <a:ln w="25400">
            <a:solidFill>
              <a:srgbClr val="182D53"/>
            </a:solidFill>
            <a:prstDash val="solid"/>
            <a:tailEnd type="triangle"/>
          </a:ln>
        </p:spPr>
      </p:sp>
      <p:sp>
        <p:nvSpPr>
          <p:cNvPr id="6" name="Shape 4"/>
          <p:cNvSpPr/>
          <p:nvPr/>
        </p:nvSpPr>
        <p:spPr>
          <a:xfrm>
            <a:off x="2476500" y="762000"/>
            <a:ext cx="762000" cy="3810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D1D5D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2476500" y="762000"/>
            <a:ext cx="762000" cy="381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74151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Step 2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238500" y="952500"/>
            <a:ext cx="1462088" cy="0"/>
          </a:xfrm>
          <a:prstGeom prst="line">
            <a:avLst/>
          </a:prstGeom>
          <a:noFill/>
          <a:ln w="25400">
            <a:solidFill>
              <a:srgbClr val="182D53"/>
            </a:solidFill>
            <a:prstDash val="solid"/>
            <a:tailEnd type="triangle"/>
          </a:ln>
        </p:spPr>
      </p:sp>
      <p:sp>
        <p:nvSpPr>
          <p:cNvPr id="9" name="Shape 7"/>
          <p:cNvSpPr/>
          <p:nvPr/>
        </p:nvSpPr>
        <p:spPr>
          <a:xfrm>
            <a:off x="4724400" y="762000"/>
            <a:ext cx="762000" cy="381000"/>
          </a:xfrm>
          <a:prstGeom prst="roundRect">
            <a:avLst>
              <a:gd name="adj" fmla="val 12000"/>
            </a:avLst>
          </a:prstGeom>
          <a:solidFill>
            <a:srgbClr val="182D53"/>
          </a:solidFill>
          <a:ln/>
        </p:spPr>
      </p:sp>
      <p:sp>
        <p:nvSpPr>
          <p:cNvPr id="10" name="Text 8"/>
          <p:cNvSpPr/>
          <p:nvPr/>
        </p:nvSpPr>
        <p:spPr>
          <a:xfrm>
            <a:off x="4724400" y="762000"/>
            <a:ext cx="762000" cy="381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Step 3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0" y="2667000"/>
            <a:ext cx="5715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0D866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Hudson Lab Ventures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Build Measure Learn</dc:title>
  <dc:subject>Sequential process showing steps in order</dc:subject>
  <dc:creator>HLV Asset System</dc:creator>
  <cp:lastModifiedBy>HLV Asset System</cp:lastModifiedBy>
  <cp:revision>1</cp:revision>
  <dcterms:created xsi:type="dcterms:W3CDTF">2025-12-04T07:32:28Z</dcterms:created>
  <dcterms:modified xsi:type="dcterms:W3CDTF">2025-12-04T07:32:28Z</dcterms:modified>
</cp:coreProperties>
</file>