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 Title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286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90600" y="952500"/>
            <a:ext cx="146208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765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765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38500" y="952500"/>
            <a:ext cx="1462088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724400" y="7620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10" name="Text 8"/>
          <p:cNvSpPr/>
          <p:nvPr/>
        </p:nvSpPr>
        <p:spPr>
          <a:xfrm>
            <a:off x="4724400" y="7620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2025-12-04T08:53:16Z</dcterms:created>
  <dcterms:modified xsi:type="dcterms:W3CDTF">2025-12-04T08:53:16Z</dcterms:modified>
</cp:coreProperties>
</file>