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82D5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Two Paths to Solutions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228600" y="571500"/>
            <a:ext cx="2438400" cy="228600"/>
          </a:xfrm>
          <a:prstGeom prst="roundRect">
            <a:avLst>
              <a:gd name="adj" fmla="val 20000"/>
            </a:avLst>
          </a:prstGeom>
          <a:solidFill>
            <a:srgbClr val="FEF2F2"/>
          </a:solidFill>
          <a:ln w="25400">
            <a:solidFill>
              <a:srgbClr val="EF444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571500"/>
            <a:ext cx="2438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7415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Direct Path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952500"/>
            <a:ext cx="762000" cy="381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" y="952500"/>
            <a:ext cx="762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Problem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90600" y="1143000"/>
            <a:ext cx="890587" cy="0"/>
          </a:xfrm>
          <a:prstGeom prst="line">
            <a:avLst/>
          </a:prstGeom>
          <a:noFill/>
          <a:ln w="25400">
            <a:solidFill>
              <a:srgbClr val="182D5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905000" y="952500"/>
            <a:ext cx="762000" cy="3810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/>
        </p:spPr>
      </p:sp>
      <p:sp>
        <p:nvSpPr>
          <p:cNvPr id="9" name="Text 7"/>
          <p:cNvSpPr/>
          <p:nvPr/>
        </p:nvSpPr>
        <p:spPr>
          <a:xfrm>
            <a:off x="1905000" y="952500"/>
            <a:ext cx="762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Solution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28600" y="1428750"/>
            <a:ext cx="243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Solves the wrong problem well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48000" y="571500"/>
            <a:ext cx="2438400" cy="228600"/>
          </a:xfrm>
          <a:prstGeom prst="roundRect">
            <a:avLst>
              <a:gd name="adj" fmla="val 20000"/>
            </a:avLst>
          </a:prstGeom>
          <a:solidFill>
            <a:srgbClr val="ECFDF5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8000" y="571500"/>
            <a:ext cx="2438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7415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Reframing Path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052763" y="952500"/>
            <a:ext cx="409575" cy="381000"/>
          </a:xfrm>
          <a:prstGeom prst="roundRect">
            <a:avLst>
              <a:gd name="adj" fmla="val 22326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52763" y="952500"/>
            <a:ext cx="409575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Problem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462337" y="1143000"/>
            <a:ext cx="71438" cy="0"/>
          </a:xfrm>
          <a:prstGeom prst="line">
            <a:avLst/>
          </a:prstGeom>
          <a:noFill/>
          <a:ln w="25400">
            <a:solidFill>
              <a:srgbClr val="182D5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557588" y="952500"/>
            <a:ext cx="409575" cy="381000"/>
          </a:xfrm>
          <a:prstGeom prst="roundRect">
            <a:avLst>
              <a:gd name="adj" fmla="val 22326"/>
            </a:avLst>
          </a:prstGeom>
          <a:solidFill>
            <a:srgbClr val="ECFDF5"/>
          </a:solidFill>
          <a:ln w="25400">
            <a:solidFill>
              <a:srgbClr val="00D8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57588" y="952500"/>
            <a:ext cx="409575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Reframe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967162" y="1143000"/>
            <a:ext cx="71438" cy="0"/>
          </a:xfrm>
          <a:prstGeom prst="line">
            <a:avLst/>
          </a:prstGeom>
          <a:noFill/>
          <a:ln w="25400">
            <a:solidFill>
              <a:srgbClr val="00D866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062412" y="952500"/>
            <a:ext cx="409575" cy="381000"/>
          </a:xfrm>
          <a:prstGeom prst="roundRect">
            <a:avLst>
              <a:gd name="adj" fmla="val 22326"/>
            </a:avLst>
          </a:prstGeom>
          <a:solidFill>
            <a:srgbClr val="ECFDF5"/>
          </a:solidFill>
          <a:ln w="25400">
            <a:solidFill>
              <a:srgbClr val="00D8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62412" y="952500"/>
            <a:ext cx="409575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Reframe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471988" y="1143000"/>
            <a:ext cx="71438" cy="0"/>
          </a:xfrm>
          <a:prstGeom prst="line">
            <a:avLst/>
          </a:prstGeom>
          <a:noFill/>
          <a:ln w="25400">
            <a:solidFill>
              <a:srgbClr val="00D866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567237" y="952500"/>
            <a:ext cx="409575" cy="381000"/>
          </a:xfrm>
          <a:prstGeom prst="roundRect">
            <a:avLst>
              <a:gd name="adj" fmla="val 22326"/>
            </a:avLst>
          </a:prstGeom>
          <a:solidFill>
            <a:srgbClr val="182D53"/>
          </a:solidFill>
          <a:ln/>
        </p:spPr>
      </p:sp>
      <p:sp>
        <p:nvSpPr>
          <p:cNvPr id="23" name="Text 21"/>
          <p:cNvSpPr/>
          <p:nvPr/>
        </p:nvSpPr>
        <p:spPr>
          <a:xfrm>
            <a:off x="4567237" y="952500"/>
            <a:ext cx="409575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Better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Problem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976813" y="1143000"/>
            <a:ext cx="71438" cy="0"/>
          </a:xfrm>
          <a:prstGeom prst="line">
            <a:avLst/>
          </a:prstGeom>
          <a:noFill/>
          <a:ln w="25400">
            <a:solidFill>
              <a:srgbClr val="182D53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072063" y="952500"/>
            <a:ext cx="409575" cy="381000"/>
          </a:xfrm>
          <a:prstGeom prst="roundRect">
            <a:avLst>
              <a:gd name="adj" fmla="val 22326"/>
            </a:avLst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2063" y="952500"/>
            <a:ext cx="409575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Solution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048000" y="1428750"/>
            <a:ext cx="243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Finds the right problem first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0" y="1028700"/>
            <a:ext cx="228600" cy="228600"/>
          </a:xfrm>
          <a:prstGeom prst="ellipse">
            <a:avLst/>
          </a:prstGeom>
          <a:solidFill>
            <a:srgbClr val="F3F4F6"/>
          </a:solidFill>
          <a:ln w="25400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0" y="1085850"/>
            <a:ext cx="2286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0" y="2667000"/>
            <a:ext cx="5715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D86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Hudson Lab Ventures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Reframing Process Flow</dc:title>
  <dc:subject>Comparison of direct problem-solving vs reframing approach</dc:subject>
  <dc:creator>HLV Asset System</dc:creator>
  <cp:lastModifiedBy>HLV Asset System</cp:lastModifiedBy>
  <cp:revision>1</cp:revision>
  <dcterms:created xsi:type="dcterms:W3CDTF">2025-12-04T08:53:16Z</dcterms:created>
  <dcterms:modified xsi:type="dcterms:W3CDTF">2025-12-04T08:53:16Z</dcterms:modified>
</cp:coreProperties>
</file>