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Hudson Lab Ventures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Reframing Process Flow</dc:title>
  <dc:subject>Comparison of direct problem-solving vs reframing approach</dc:subject>
  <dc:creator>HLV Asset System</dc:creator>
  <cp:lastModifiedBy>HLV Asset System</cp:lastModifiedBy>
  <cp:revision>1</cp:revision>
  <dcterms:created xsi:type="dcterms:W3CDTF">2025-12-04T09:17:25Z</dcterms:created>
  <dcterms:modified xsi:type="dcterms:W3CDTF">2025-12-04T09:17:25Z</dcterms:modified>
</cp:coreProperties>
</file>