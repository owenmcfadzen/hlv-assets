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Paths to Solutions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28600" y="571500"/>
            <a:ext cx="2438400" cy="2286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571500"/>
            <a:ext cx="243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Direct Path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0600" y="1143000"/>
            <a:ext cx="890587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90500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9" name="Text 7"/>
          <p:cNvSpPr/>
          <p:nvPr/>
        </p:nvSpPr>
        <p:spPr>
          <a:xfrm>
            <a:off x="190500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" y="1428750"/>
            <a:ext cx="243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Solves the wrong problem well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48000" y="571500"/>
            <a:ext cx="2438400" cy="228600"/>
          </a:xfrm>
          <a:prstGeom prst="roundRect">
            <a:avLst>
              <a:gd name="adj" fmla="val 20000"/>
            </a:avLst>
          </a:prstGeom>
          <a:solidFill>
            <a:srgbClr val="ECFDF5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8000" y="571500"/>
            <a:ext cx="243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Reframing Path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2763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52763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62337" y="1143000"/>
            <a:ext cx="7143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557588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7588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Reframe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67162" y="1143000"/>
            <a:ext cx="71438" cy="0"/>
          </a:xfrm>
          <a:prstGeom prst="line">
            <a:avLst/>
          </a:prstGeom>
          <a:noFill/>
          <a:ln w="25400">
            <a:solidFill>
              <a:srgbClr val="00D86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062412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2412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Reframe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71988" y="1143000"/>
            <a:ext cx="71438" cy="0"/>
          </a:xfrm>
          <a:prstGeom prst="line">
            <a:avLst/>
          </a:prstGeom>
          <a:noFill/>
          <a:ln w="25400">
            <a:solidFill>
              <a:srgbClr val="00D8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567237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182D53"/>
          </a:solidFill>
          <a:ln/>
        </p:spPr>
      </p:sp>
      <p:sp>
        <p:nvSpPr>
          <p:cNvPr id="23" name="Text 21"/>
          <p:cNvSpPr/>
          <p:nvPr/>
        </p:nvSpPr>
        <p:spPr>
          <a:xfrm>
            <a:off x="4567237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Better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76813" y="1143000"/>
            <a:ext cx="7143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072063" y="952500"/>
            <a:ext cx="409575" cy="381000"/>
          </a:xfrm>
          <a:prstGeom prst="roundRect">
            <a:avLst>
              <a:gd name="adj" fmla="val 22326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2063" y="952500"/>
            <a:ext cx="4095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48000" y="1428750"/>
            <a:ext cx="243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Finds the right problem first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0" y="1028700"/>
            <a:ext cx="228600" cy="228600"/>
          </a:xfrm>
          <a:prstGeom prst="ellipse">
            <a:avLst/>
          </a:prstGeom>
          <a:solidFill>
            <a:srgbClr val="F3F4F6"/>
          </a:solidFill>
          <a:ln w="2540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1085850"/>
            <a:ext cx="2286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2025-12-04T07:21:35Z</dcterms:created>
  <dcterms:modified xsi:type="dcterms:W3CDTF">2025-12-04T07:21:35Z</dcterms:modified>
</cp:coreProperties>
</file>